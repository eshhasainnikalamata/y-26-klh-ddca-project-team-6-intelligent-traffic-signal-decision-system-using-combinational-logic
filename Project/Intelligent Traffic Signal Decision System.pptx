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4375" y="2193726"/>
            <a:ext cx="3143250" cy="3143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580560" y="2736651"/>
            <a:ext cx="7030878" cy="127039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5002"/>
              </a:lnSpc>
            </a:pPr>
            <a:r>
              <a:rPr sz="4350" b="1" i="0" u="none">
                <a:solidFill>
                  <a:srgbClr val="FFFFFF"/>
                </a:solidFill>
                <a:latin typeface="Poppins"/>
              </a:rPr>
              <a:t>Intelligent Traffic Signal</a:t>
            </a:r>
            <a:r>
              <a:t>
</a:t>
            </a:r>
            <a:r>
              <a:rPr sz="4350" b="1" i="0" u="none">
                <a:solidFill>
                  <a:srgbClr val="FFFFFF"/>
                </a:solidFill>
                <a:latin typeface="Poppins"/>
              </a:rPr>
              <a:t> Decision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28950" y="4235648"/>
            <a:ext cx="6134100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475"/>
              </a:lnSpc>
            </a:pPr>
            <a:r>
              <a:rPr sz="1650" b="0" i="0" u="none">
                <a:solidFill>
                  <a:srgbClr val="A4CAFC"/>
                </a:solidFill>
                <a:latin typeface="Inter"/>
              </a:rPr>
              <a:t>Design and Simulation Using Combinational Logic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462212"/>
            <a:ext cx="5334000" cy="29432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462212"/>
            <a:ext cx="5334000" cy="29432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05112"/>
            <a:ext cx="4880610" cy="371475"/>
          </a:xfrm>
          <a:prstGeom prst="rect">
            <a:avLst/>
          </a:prstGeom>
          <a:noFill/>
        </p:spPr>
        <p:txBody>
          <a:bodyPr wrap="square" lIns="34290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F2FE"/>
                </a:solidFill>
                <a:latin typeface="Poppins SemiBold"/>
              </a:rPr>
              <a:t>Sensor Array Inputs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90887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D1E4FF"/>
                </a:solidFill>
                <a:latin typeface="Inter"/>
              </a:rPr>
              <a:t>Incorporates road-embedded IR and ultrasonic sensors to measure real-time vehicle density across North-South and East-West intersections.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76712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D1E4FF"/>
                </a:solidFill>
                <a:latin typeface="Inter"/>
              </a:rPr>
              <a:t>Includes dedicated priority detection lines for emergency vehicles (ambulances, fire engines) to trigger instant preemptive signals.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29400" y="2805112"/>
            <a:ext cx="4880610" cy="371475"/>
          </a:xfrm>
          <a:prstGeom prst="rect">
            <a:avLst/>
          </a:prstGeom>
          <a:noFill/>
        </p:spPr>
        <p:txBody>
          <a:bodyPr wrap="square" lIns="371475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00F2FE"/>
                </a:solidFill>
                <a:latin typeface="Poppins SemiBold"/>
              </a:rPr>
              <a:t>Combinational 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3290887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D1E4FF"/>
                </a:solidFill>
                <a:latin typeface="Inter"/>
              </a:rPr>
              <a:t>Processes boolean input signals directly through optimized logic gate arrays without micro-controller software delay.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29400" y="4176712"/>
            <a:ext cx="46482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D1E4FF"/>
                </a:solidFill>
                <a:latin typeface="Inter"/>
              </a:rPr>
              <a:t>Generates active high/low logic levels for Red, Yellow, and Green traffic lamps according to deterministic truth table priority rules.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2862262"/>
            <a:ext cx="247650" cy="2476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29400" y="2862262"/>
            <a:ext cx="276225" cy="2476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0F2FE"/>
                </a:solidFill>
                <a:latin typeface="Poppins SemiBold"/>
              </a:rPr>
              <a:t>System Architecture &amp; Sensors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687835"/>
            <a:ext cx="5334000" cy="23622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6500" y="4826198"/>
            <a:ext cx="2499866" cy="4476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71525" y="3078360"/>
            <a:ext cx="4933950" cy="1238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9750"/>
              </a:lnSpc>
              <a:defRPr/>
            </a:pPr>
            <a:r>
              <a:rPr sz="9750" b="1" i="0" u="none">
                <a:solidFill>
                  <a:srgbClr val="00F2FE"/>
                </a:solidFill>
                <a:latin typeface="Poppins"/>
              </a:rPr>
              <a:t>75%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1525" y="4411860"/>
            <a:ext cx="4933950" cy="247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50" b="0" i="0" u="none">
                <a:solidFill>
                  <a:srgbClr val="FFFFFF"/>
                </a:solidFill>
                <a:latin typeface="Inter SemiBold"/>
              </a:rPr>
              <a:t>Delay Reduction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86500" y="2687835"/>
            <a:ext cx="5600700" cy="371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50" b="0" i="0" u="none">
                <a:solidFill>
                  <a:srgbClr val="FFFFFF"/>
                </a:solidFill>
                <a:latin typeface="Poppins SemiBold"/>
              </a:rPr>
              <a:t>Combinational Logic Optimization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3173610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D1E4FF"/>
                </a:solidFill>
                <a:latin typeface="Inter"/>
              </a:rPr>
              <a:t>By replacing fixed-time sequence controllers with K-Map optimized boolean equations, the system eliminates zero-vehicle green light cycles.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86500" y="4059435"/>
            <a:ext cx="5334000" cy="7715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D1E4FF"/>
                </a:solidFill>
                <a:latin typeface="Inter"/>
              </a:rPr>
              <a:t>Instantaneous logic gate switching guarantees nanosecond propagation response times for emergency vehicle preemption across all lanes.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8425" y="4945260"/>
            <a:ext cx="2176016" cy="234553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0F2FE"/>
                </a:solidFill>
                <a:latin typeface="Poppins SemiBold"/>
              </a:rPr>
              <a:t>Performance Metrics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212407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38200" y="2124075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D1E4FF"/>
                </a:solidFill>
                <a:latin typeface="Inter"/>
              </a:rPr>
              <a:t>Proteus Simulation:</a:t>
            </a:r>
            <a:r>
              <a:rPr sz="1350" b="0" i="0" u="none">
                <a:solidFill>
                  <a:srgbClr val="D1E4FF"/>
                </a:solidFill>
                <a:latin typeface="Inter"/>
              </a:rPr>
              <a:t> Complete schematic verification proving accurate state switching under varying traffic densities.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809875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D1E4FF"/>
                </a:solidFill>
                <a:latin typeface="Inter"/>
              </a:rPr>
              <a:t>Gate Optimization:</a:t>
            </a:r>
            <a:r>
              <a:rPr sz="1350" b="0" i="0" u="none">
                <a:solidFill>
                  <a:srgbClr val="D1E4FF"/>
                </a:solidFill>
                <a:latin typeface="Inter"/>
              </a:rPr>
              <a:t> Karnaugh Map reduced Sum-of-Products (SOP) expressions minimize total logic gate count.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3495675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D1E4FF"/>
                </a:solidFill>
                <a:latin typeface="Inter"/>
              </a:rPr>
              <a:t>Emergency Preemption:</a:t>
            </a:r>
            <a:r>
              <a:rPr sz="1350" b="0" i="0" u="none">
                <a:solidFill>
                  <a:srgbClr val="D1E4FF"/>
                </a:solidFill>
                <a:latin typeface="Inter"/>
              </a:rPr>
              <a:t> Emergency override logic instantly overrides standard cycles to force green on active lanes.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8200" y="4181475"/>
            <a:ext cx="506730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1" i="0" u="none">
                <a:solidFill>
                  <a:srgbClr val="D1E4FF"/>
                </a:solidFill>
                <a:latin typeface="Inter"/>
              </a:rPr>
              <a:t>Hardware Feasibility:</a:t>
            </a:r>
            <a:r>
              <a:rPr sz="1350" b="0" i="0" u="none">
                <a:solidFill>
                  <a:srgbClr val="D1E4FF"/>
                </a:solidFill>
                <a:latin typeface="Inter"/>
              </a:rPr>
              <a:t> Designed with standard 74HC series ICs (AND, OR, NOT gates, Multiplexers) for high reliability.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6025" y="2133600"/>
            <a:ext cx="5314950" cy="36004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1500" y="2143125"/>
            <a:ext cx="66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00C6FF"/>
                </a:solidFill>
                <a:latin typeface="Inter"/>
              </a:rPr>
              <a:t>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" y="2828925"/>
            <a:ext cx="66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00C6FF"/>
                </a:solidFill>
                <a:latin typeface="Inter"/>
              </a:rPr>
              <a:t>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3514725"/>
            <a:ext cx="66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00C6FF"/>
                </a:solidFill>
                <a:latin typeface="Inter"/>
              </a:rPr>
              <a:t>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1500" y="4200525"/>
            <a:ext cx="66675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00C6FF"/>
                </a:solidFill>
                <a:latin typeface="Inter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1500" y="571500"/>
            <a:ext cx="11601450" cy="561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0" i="0" u="none">
                <a:solidFill>
                  <a:srgbClr val="00F2FE"/>
                </a:solidFill>
                <a:latin typeface="Poppins SemiBold"/>
              </a:rPr>
              <a:t>Circuit Simulation &amp; Testing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1500" y="1228725"/>
            <a:ext cx="11049000" cy="19050"/>
          </a:xfrm>
          <a:prstGeom prst="rect">
            <a:avLst/>
          </a:prstGeom>
          <a:solidFill>
            <a:srgbClr val="00F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95275" y="2357437"/>
            <a:ext cx="11601450" cy="1028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400" b="1" i="0" u="none">
                <a:solidFill>
                  <a:srgbClr val="FFFFFF"/>
                </a:solidFill>
                <a:latin typeface="Poppins"/>
              </a:rP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71500" y="3576637"/>
            <a:ext cx="110490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700"/>
              </a:lnSpc>
            </a:pPr>
            <a:r>
              <a:rPr sz="1800" b="0" i="0" u="none">
                <a:solidFill>
                  <a:srgbClr val="00F2FE"/>
                </a:solidFill>
                <a:latin typeface="Inter"/>
              </a:rPr>
              <a:t>Design and Simulation of an Intelligent Traffic Signal Decision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300537"/>
            <a:ext cx="1104900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A4CAFC"/>
                </a:solidFill>
                <a:latin typeface="Inter"/>
              </a:rPr>
              <a:t>Digital Systems Design Lab | Combinational Logic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246</Words>
  <Application>Microsoft Office PowerPoint</Application>
  <PresentationFormat>Widescreen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Arial</vt:lpstr>
      <vt:lpstr>Calibri</vt:lpstr>
      <vt:lpstr>Inter</vt:lpstr>
      <vt:lpstr>Inter SemiBold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Rohan P</cp:lastModifiedBy>
  <cp:revision>2</cp:revision>
  <dcterms:created xsi:type="dcterms:W3CDTF">2013-01-27T09:14:16Z</dcterms:created>
  <dcterms:modified xsi:type="dcterms:W3CDTF">2026-09-01T03:57:54Z</dcterms:modified>
  <cp:category/>
</cp:coreProperties>
</file>